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19DA7-F32C-424C-A7C2-E143E1181F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04B6EF-BCD9-3C95-7DB6-0F68856B6D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A6FBC-20EB-415A-76A9-C5076E4D7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C1983-028D-4B81-80F7-FCA1CC7F50CF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0C586-0559-9F9D-FD62-A1FCDD3A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7B6F3-B68F-360B-3ACB-DF3C86D1D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A97DE-F4BB-4030-9D43-2D1A83676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617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5E735-D284-46BC-2531-34740CE94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0DD32-C7E9-E9C0-BA7F-138D1FBA4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A972-0824-ACFE-BD3B-D99A9DDC9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C1983-028D-4B81-80F7-FCA1CC7F50CF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57B1E-3CB5-50E9-4D0B-2A9327E8F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EF7FD-27A6-89CD-5041-262C49E38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A97DE-F4BB-4030-9D43-2D1A83676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578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F9F67-CF9B-BB76-CD24-237141413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962BC-6696-3CA9-CD5B-C5C227EF2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95846-D648-3CDC-10A4-E821D1047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C1983-028D-4B81-80F7-FCA1CC7F50CF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E0D19-CA26-BF0E-6E35-27547519D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D8733-FD8B-44E1-154A-AD5BC05DF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A97DE-F4BB-4030-9D43-2D1A83676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525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A7655-94EF-B53E-D855-E58BB2D39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85C8D-42BA-A2F3-2220-21C3494300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5F3C84-69A4-6E19-E81E-3A747AAA3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191BD8-57A4-62B1-F9E8-C835F3DAB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C1983-028D-4B81-80F7-FCA1CC7F50CF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405F21-8E6C-66E1-46B8-816F72579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5E0C2D-49E2-08CB-2B85-9F69E741E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A97DE-F4BB-4030-9D43-2D1A83676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81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67E23-ED56-D18D-4810-A8C462E12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5DE94-84BD-8680-2927-7A54D8DB2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3EDAEA-D5EF-31B1-6BDF-8C33A592F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2D9A7-BA4A-64F6-34EA-B1BB7F3FC4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956B02-8F68-BE36-C412-3CC1128A61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8DDC02-8732-4840-5249-17C38DA73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C1983-028D-4B81-80F7-FCA1CC7F50CF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1560E2-681C-2171-F44F-301B9BD1C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8F65A8-3332-C61E-B327-6DE751280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A97DE-F4BB-4030-9D43-2D1A83676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08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E8038-B6BD-5934-572A-3EFEF3E44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C73141-55D6-3D92-CACF-2A067534A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C1983-028D-4B81-80F7-FCA1CC7F50CF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CECB77-DB5C-6D5F-FD48-8E7B2ABA3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39027E-4735-154F-8A5D-7FDA99375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A97DE-F4BB-4030-9D43-2D1A83676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39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295DAC-1D7F-FF40-556C-B767C5A82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C1983-028D-4B81-80F7-FCA1CC7F50CF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8E3137-E7F0-98CB-CCDB-A670BCCFD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0834A-0039-BFAD-A159-E7B3D7C39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A97DE-F4BB-4030-9D43-2D1A83676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455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0B826-15E3-3168-0879-FC0F1F551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CB857-5E62-5C95-9607-422C63DDA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C3233D-A51A-F536-946A-17ABF818B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714B88-E5BA-C400-4283-85BB6C1A0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C1983-028D-4B81-80F7-FCA1CC7F50CF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D2BD5-960D-4368-1CB9-EFCAE37C0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4364A-47ED-5FB0-B2D8-74AF2E27C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A97DE-F4BB-4030-9D43-2D1A83676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020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F6050-8FA1-E250-88F8-4F7A422C4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2FE05E-04AE-0D9B-279E-36E0CB100C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DA1771-B1BF-C325-9CBA-4B5B1E5ED0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88CD75-D2FE-D537-30B5-AD550B322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C1983-028D-4B81-80F7-FCA1CC7F50CF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EF446F-2340-1D14-81D7-866AE9C30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61A87-5996-F0EF-FB0C-8C293C9A2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A97DE-F4BB-4030-9D43-2D1A83676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734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EA624-EDA0-B4B7-510D-12D1ECB7F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E9FEB9-714E-35EC-5B4B-8446A8A13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C961B-32CE-55EC-2A75-59A0F4124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C1983-028D-4B81-80F7-FCA1CC7F50CF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87794-8FD5-F27E-5A82-686B9EDB0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BE0A9-DE1F-E596-49D1-D10930B13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A97DE-F4BB-4030-9D43-2D1A83676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768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794FDB-3DB2-3BE9-AD0F-042CA24C2A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8B61BD-66F2-473B-3A9A-A30D6692C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A4DB9-C3B3-2D00-AEEC-C37EFB70F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C1983-028D-4B81-80F7-FCA1CC7F50CF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58E65-740B-5140-E813-6123EE867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8B9CB-425F-C93F-6FD3-2674C98DC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A97DE-F4BB-4030-9D43-2D1A83676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750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3608C2-B463-C86C-B11A-DAE128262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83BD2D-CF08-7BEF-109A-67A0AACC4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B9CF0-6369-0CDD-CD9F-73074D9B74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BC1983-028D-4B81-80F7-FCA1CC7F50CF}" type="datetimeFigureOut">
              <a:rPr lang="en-US" smtClean="0"/>
              <a:t>5/15/2025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C1545-A02D-217A-30B4-F1A11B58B4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713A4-63F2-D4DF-66DF-62754BC23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A97DE-F4BB-4030-9D43-2D1A83676B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167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AFEB-4E13-63F2-119C-AC855EC4E3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Thesis presentation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B613E5-AC79-BD59-D0BC-42532EC9C7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141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799BD-412D-6281-D012-16D033915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Outline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74791-0078-839F-0444-23CE6007E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Survival Analysis overview 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Survival function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Hazard function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Mean residual life function </a:t>
            </a:r>
          </a:p>
          <a:p>
            <a:r>
              <a:rPr lang="en-US" dirty="0"/>
              <a:t>Rationale of the project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Challenge in the interpretation of the survival plot among clinicians 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  <a:p>
            <a:endParaRPr lang="en-US" dirty="0"/>
          </a:p>
          <a:p>
            <a:r>
              <a:rPr lang="en-US" dirty="0"/>
              <a:t>Survey (</a:t>
            </a:r>
            <a:r>
              <a:rPr lang="en-US"/>
              <a:t>for clinicians ) 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Objective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Methods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Results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Preferences &amp; Implication 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16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E5108-B58C-36F2-F54F-5DB1A6073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Survival function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0F1A8-A5A4-F823-899F-F808305DE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KM plot </a:t>
            </a:r>
          </a:p>
          <a:p>
            <a:r>
              <a:rPr lang="en-US" dirty="0"/>
              <a:t>Survival ratio</a:t>
            </a:r>
          </a:p>
          <a:p>
            <a:r>
              <a:rPr lang="en-US" dirty="0"/>
              <a:t>Survival difference plot </a:t>
            </a:r>
          </a:p>
          <a:p>
            <a:r>
              <a:rPr lang="en-US" dirty="0"/>
              <a:t>Permutation test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362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Office Theme</vt:lpstr>
      <vt:lpstr>Thesis presentation </vt:lpstr>
      <vt:lpstr>Outline </vt:lpstr>
      <vt:lpstr>Survival function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Pacifique Rwandarwacu</dc:creator>
  <cp:lastModifiedBy>Victor Pacifique Rwandarwacu</cp:lastModifiedBy>
  <cp:revision>1</cp:revision>
  <dcterms:created xsi:type="dcterms:W3CDTF">2025-05-15T11:54:24Z</dcterms:created>
  <dcterms:modified xsi:type="dcterms:W3CDTF">2025-05-15T11:55:02Z</dcterms:modified>
</cp:coreProperties>
</file>